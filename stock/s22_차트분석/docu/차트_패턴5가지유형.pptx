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5"/>
  </p:notesMasterIdLst>
  <p:sldIdLst>
    <p:sldId id="266" r:id="rId2"/>
    <p:sldId id="270" r:id="rId3"/>
    <p:sldId id="272" r:id="rId4"/>
    <p:sldId id="271" r:id="rId5"/>
    <p:sldId id="453" r:id="rId6"/>
    <p:sldId id="454" r:id="rId7"/>
    <p:sldId id="455" r:id="rId8"/>
    <p:sldId id="456" r:id="rId9"/>
    <p:sldId id="457" r:id="rId10"/>
    <p:sldId id="458" r:id="rId11"/>
    <p:sldId id="459" r:id="rId12"/>
    <p:sldId id="460" r:id="rId13"/>
    <p:sldId id="461" r:id="rId14"/>
    <p:sldId id="463" r:id="rId15"/>
    <p:sldId id="464" r:id="rId16"/>
    <p:sldId id="465" r:id="rId17"/>
    <p:sldId id="466" r:id="rId18"/>
    <p:sldId id="469" r:id="rId19"/>
    <p:sldId id="274" r:id="rId20"/>
    <p:sldId id="273" r:id="rId21"/>
    <p:sldId id="275" r:id="rId22"/>
    <p:sldId id="276" r:id="rId23"/>
    <p:sldId id="277" r:id="rId24"/>
    <p:sldId id="278" r:id="rId25"/>
    <p:sldId id="279" r:id="rId26"/>
    <p:sldId id="280" r:id="rId27"/>
    <p:sldId id="284" r:id="rId28"/>
    <p:sldId id="281" r:id="rId29"/>
    <p:sldId id="282" r:id="rId30"/>
    <p:sldId id="283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470" r:id="rId42"/>
    <p:sldId id="295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4" r:id="rId65"/>
    <p:sldId id="325" r:id="rId66"/>
    <p:sldId id="471" r:id="rId67"/>
    <p:sldId id="326" r:id="rId68"/>
    <p:sldId id="332" r:id="rId69"/>
    <p:sldId id="333" r:id="rId70"/>
    <p:sldId id="335" r:id="rId71"/>
    <p:sldId id="336" r:id="rId72"/>
    <p:sldId id="337" r:id="rId73"/>
    <p:sldId id="338" r:id="rId74"/>
    <p:sldId id="339" r:id="rId75"/>
    <p:sldId id="340" r:id="rId76"/>
    <p:sldId id="341" r:id="rId77"/>
    <p:sldId id="342" r:id="rId78"/>
    <p:sldId id="343" r:id="rId79"/>
    <p:sldId id="344" r:id="rId80"/>
    <p:sldId id="345" r:id="rId81"/>
    <p:sldId id="346" r:id="rId82"/>
    <p:sldId id="347" r:id="rId83"/>
    <p:sldId id="348" r:id="rId84"/>
    <p:sldId id="349" r:id="rId85"/>
    <p:sldId id="350" r:id="rId86"/>
    <p:sldId id="351" r:id="rId87"/>
    <p:sldId id="352" r:id="rId88"/>
    <p:sldId id="353" r:id="rId89"/>
    <p:sldId id="354" r:id="rId90"/>
    <p:sldId id="355" r:id="rId91"/>
    <p:sldId id="356" r:id="rId92"/>
    <p:sldId id="357" r:id="rId93"/>
    <p:sldId id="358" r:id="rId94"/>
    <p:sldId id="359" r:id="rId95"/>
    <p:sldId id="360" r:id="rId96"/>
    <p:sldId id="361" r:id="rId97"/>
    <p:sldId id="362" r:id="rId98"/>
    <p:sldId id="363" r:id="rId99"/>
    <p:sldId id="472" r:id="rId100"/>
    <p:sldId id="364" r:id="rId101"/>
    <p:sldId id="405" r:id="rId102"/>
    <p:sldId id="406" r:id="rId103"/>
    <p:sldId id="376" r:id="rId104"/>
    <p:sldId id="377" r:id="rId105"/>
    <p:sldId id="378" r:id="rId106"/>
    <p:sldId id="379" r:id="rId107"/>
    <p:sldId id="380" r:id="rId108"/>
    <p:sldId id="381" r:id="rId109"/>
    <p:sldId id="382" r:id="rId110"/>
    <p:sldId id="384" r:id="rId111"/>
    <p:sldId id="385" r:id="rId112"/>
    <p:sldId id="383" r:id="rId113"/>
    <p:sldId id="386" r:id="rId114"/>
    <p:sldId id="387" r:id="rId115"/>
    <p:sldId id="388" r:id="rId116"/>
    <p:sldId id="389" r:id="rId117"/>
    <p:sldId id="390" r:id="rId118"/>
    <p:sldId id="391" r:id="rId119"/>
    <p:sldId id="392" r:id="rId120"/>
    <p:sldId id="393" r:id="rId121"/>
    <p:sldId id="394" r:id="rId122"/>
    <p:sldId id="395" r:id="rId123"/>
    <p:sldId id="396" r:id="rId124"/>
    <p:sldId id="397" r:id="rId125"/>
    <p:sldId id="398" r:id="rId126"/>
    <p:sldId id="399" r:id="rId127"/>
    <p:sldId id="473" r:id="rId128"/>
    <p:sldId id="400" r:id="rId129"/>
    <p:sldId id="407" r:id="rId130"/>
    <p:sldId id="408" r:id="rId131"/>
    <p:sldId id="409" r:id="rId132"/>
    <p:sldId id="410" r:id="rId133"/>
    <p:sldId id="412" r:id="rId134"/>
    <p:sldId id="413" r:id="rId135"/>
    <p:sldId id="414" r:id="rId136"/>
    <p:sldId id="415" r:id="rId137"/>
    <p:sldId id="416" r:id="rId138"/>
    <p:sldId id="418" r:id="rId139"/>
    <p:sldId id="419" r:id="rId140"/>
    <p:sldId id="420" r:id="rId141"/>
    <p:sldId id="421" r:id="rId142"/>
    <p:sldId id="422" r:id="rId143"/>
    <p:sldId id="423" r:id="rId144"/>
    <p:sldId id="424" r:id="rId145"/>
    <p:sldId id="425" r:id="rId146"/>
    <p:sldId id="426" r:id="rId147"/>
    <p:sldId id="427" r:id="rId148"/>
    <p:sldId id="428" r:id="rId149"/>
    <p:sldId id="429" r:id="rId150"/>
    <p:sldId id="430" r:id="rId151"/>
    <p:sldId id="431" r:id="rId152"/>
    <p:sldId id="432" r:id="rId153"/>
    <p:sldId id="433" r:id="rId154"/>
    <p:sldId id="434" r:id="rId155"/>
    <p:sldId id="435" r:id="rId156"/>
    <p:sldId id="436" r:id="rId157"/>
    <p:sldId id="437" r:id="rId158"/>
    <p:sldId id="438" r:id="rId159"/>
    <p:sldId id="439" r:id="rId160"/>
    <p:sldId id="440" r:id="rId161"/>
    <p:sldId id="441" r:id="rId162"/>
    <p:sldId id="442" r:id="rId163"/>
    <p:sldId id="443" r:id="rId164"/>
    <p:sldId id="444" r:id="rId165"/>
    <p:sldId id="445" r:id="rId166"/>
    <p:sldId id="446" r:id="rId167"/>
    <p:sldId id="447" r:id="rId168"/>
    <p:sldId id="448" r:id="rId169"/>
    <p:sldId id="449" r:id="rId170"/>
    <p:sldId id="450" r:id="rId171"/>
    <p:sldId id="451" r:id="rId172"/>
    <p:sldId id="452" r:id="rId173"/>
    <p:sldId id="259" r:id="rId174"/>
  </p:sldIdLst>
  <p:sldSz cx="12192000" cy="6858000"/>
  <p:notesSz cx="12192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CFCFC"/>
    <a:srgbClr val="BA8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013" autoAdjust="0"/>
  </p:normalViewPr>
  <p:slideViewPr>
    <p:cSldViewPr>
      <p:cViewPr varScale="1">
        <p:scale>
          <a:sx n="128" d="100"/>
          <a:sy n="128" d="100"/>
        </p:scale>
        <p:origin x="1494" y="108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viewProps" Target="viewProps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presProps" Target="pres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6500C-4BFF-459A-99F0-45ADC5C224D9}" type="datetimeFigureOut">
              <a:rPr lang="ko-KR" altLang="en-US" smtClean="0"/>
              <a:t>2023-03-25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B3006-4CF6-467F-9F49-65D418B0FF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81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https://www.youtube.com/watch?v=JodGoipO9xs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차트 패턴은 딱 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가지만 알고 계시면 충분합니다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782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헤드엔숄더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406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B3006-4CF6-467F-9F49-65D418B0FF4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103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 object 16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28800" y="2125980"/>
            <a:ext cx="94488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590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9753600" cy="452628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24000" y="1577340"/>
            <a:ext cx="49530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05600" y="1577340"/>
            <a:ext cx="49530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236470"/>
            <a:ext cx="10035540" cy="492443"/>
          </a:xfrm>
        </p:spPr>
        <p:txBody>
          <a:bodyPr lIns="0" tIns="0" rIns="0" bIns="0"/>
          <a:lstStyle>
            <a:lvl1pPr>
              <a:defRPr sz="3200" b="1" i="0">
                <a:solidFill>
                  <a:schemeClr val="bg2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092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g object 16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17"/>
          <p:cNvSpPr/>
          <p:nvPr userDrawn="1"/>
        </p:nvSpPr>
        <p:spPr>
          <a:xfrm>
            <a:off x="5181601" y="0"/>
            <a:ext cx="7010526" cy="6858000"/>
          </a:xfrm>
          <a:custGeom>
            <a:avLst/>
            <a:gdLst/>
            <a:ahLst/>
            <a:cxnLst/>
            <a:rect l="l" t="t" r="r" b="b"/>
            <a:pathLst>
              <a:path w="4438015" h="6858000">
                <a:moveTo>
                  <a:pt x="4437888" y="0"/>
                </a:moveTo>
                <a:lnTo>
                  <a:pt x="3979418" y="0"/>
                </a:lnTo>
                <a:lnTo>
                  <a:pt x="0" y="6857999"/>
                </a:lnTo>
                <a:lnTo>
                  <a:pt x="4437888" y="6857999"/>
                </a:lnTo>
                <a:lnTo>
                  <a:pt x="4437888" y="0"/>
                </a:lnTo>
                <a:close/>
              </a:path>
            </a:pathLst>
          </a:custGeom>
          <a:gradFill>
            <a:gsLst>
              <a:gs pos="25000">
                <a:srgbClr val="0070C0"/>
              </a:gs>
              <a:gs pos="0">
                <a:schemeClr val="accent5">
                  <a:lumMod val="50000"/>
                </a:schemeClr>
              </a:gs>
              <a:gs pos="50000">
                <a:srgbClr val="00B050"/>
              </a:gs>
              <a:gs pos="75000">
                <a:srgbClr val="FFC000"/>
              </a:gs>
              <a:gs pos="100000">
                <a:srgbClr val="FF0000"/>
              </a:gs>
            </a:gsLst>
            <a:lin ang="0" scaled="0"/>
          </a:gra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1"/>
          <p:cNvSpPr/>
          <p:nvPr userDrawn="1"/>
        </p:nvSpPr>
        <p:spPr>
          <a:xfrm>
            <a:off x="1353311" y="210311"/>
            <a:ext cx="10838815" cy="6437630"/>
          </a:xfrm>
          <a:custGeom>
            <a:avLst/>
            <a:gdLst/>
            <a:ahLst/>
            <a:cxnLst/>
            <a:rect l="l" t="t" r="r" b="b"/>
            <a:pathLst>
              <a:path w="10838815" h="6437630">
                <a:moveTo>
                  <a:pt x="10838688" y="0"/>
                </a:moveTo>
                <a:lnTo>
                  <a:pt x="0" y="0"/>
                </a:lnTo>
                <a:lnTo>
                  <a:pt x="0" y="6437375"/>
                </a:lnTo>
                <a:lnTo>
                  <a:pt x="10838688" y="6437375"/>
                </a:lnTo>
                <a:lnTo>
                  <a:pt x="108386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16"/>
          <p:cNvSpPr/>
          <p:nvPr userDrawn="1"/>
        </p:nvSpPr>
        <p:spPr>
          <a:xfrm>
            <a:off x="-304542" y="0"/>
            <a:ext cx="380742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53311" y="210311"/>
            <a:ext cx="10838815" cy="6437630"/>
          </a:xfrm>
          <a:custGeom>
            <a:avLst/>
            <a:gdLst/>
            <a:ahLst/>
            <a:cxnLst/>
            <a:rect l="l" t="t" r="r" b="b"/>
            <a:pathLst>
              <a:path w="10838815" h="6437630">
                <a:moveTo>
                  <a:pt x="10838688" y="0"/>
                </a:moveTo>
                <a:lnTo>
                  <a:pt x="0" y="0"/>
                </a:lnTo>
                <a:lnTo>
                  <a:pt x="0" y="6437375"/>
                </a:lnTo>
                <a:lnTo>
                  <a:pt x="10838688" y="6437375"/>
                </a:lnTo>
                <a:lnTo>
                  <a:pt x="108386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660" y="355600"/>
            <a:ext cx="1003554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04569" y="1493520"/>
            <a:ext cx="10001631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26" name="bg object 16"/>
          <p:cNvSpPr/>
          <p:nvPr userDrawn="1"/>
        </p:nvSpPr>
        <p:spPr>
          <a:xfrm>
            <a:off x="1470660" y="1097281"/>
            <a:ext cx="10590896" cy="45719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6200" y="6299418"/>
            <a:ext cx="1268078" cy="5060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7" r:id="rId5"/>
    <p:sldLayoutId id="2147483665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odGoipO9x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057400" y="2125980"/>
            <a:ext cx="9448800" cy="615553"/>
          </a:xfrm>
        </p:spPr>
        <p:txBody>
          <a:bodyPr/>
          <a:lstStyle/>
          <a:p>
            <a:r>
              <a:rPr lang="en-US" altLang="ko-KR" dirty="0" smtClean="0">
                <a:latin typeface="Snap ITC" panose="04040A07060A02020202" pitchFamily="82" charset="0"/>
              </a:rPr>
              <a:t>S</a:t>
            </a:r>
            <a:r>
              <a:rPr lang="ko-KR" altLang="en-US" dirty="0" smtClean="0">
                <a:latin typeface="Snap ITC" panose="04040A07060A02020202" pitchFamily="82" charset="0"/>
              </a:rPr>
              <a:t>秀</a:t>
            </a:r>
            <a:r>
              <a:rPr lang="en-US" altLang="ko-KR" dirty="0" smtClean="0">
                <a:latin typeface="Snap ITC" panose="04040A07060A02020202" pitchFamily="82" charset="0"/>
              </a:rPr>
              <a:t>NIPER Stock Techniques</a:t>
            </a:r>
            <a:endParaRPr lang="ko-KR" altLang="en-US" dirty="0">
              <a:latin typeface="Snap ITC" panose="04040A07060A02020202" pitchFamily="82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"/>
          </p:nvPr>
        </p:nvSpPr>
        <p:spPr>
          <a:xfrm>
            <a:off x="2590800" y="3840480"/>
            <a:ext cx="8534400" cy="276999"/>
          </a:xfrm>
        </p:spPr>
        <p:txBody>
          <a:bodyPr/>
          <a:lstStyle/>
          <a:p>
            <a:r>
              <a:rPr lang="ko-KR" altLang="en-US" dirty="0" smtClean="0"/>
              <a:t>차트 패턴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가지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762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INDEX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9753600" cy="3693319"/>
          </a:xfrm>
        </p:spPr>
        <p:txBody>
          <a:bodyPr/>
          <a:lstStyle/>
          <a:p>
            <a:r>
              <a:rPr lang="en-US" altLang="ko-KR" sz="2400" b="1" dirty="0">
                <a:latin typeface="+mn-ea"/>
              </a:rPr>
              <a:t>01. </a:t>
            </a:r>
            <a:r>
              <a:rPr lang="ko-KR" altLang="en-US" sz="2400" b="1" dirty="0" smtClean="0">
                <a:latin typeface="+mn-ea"/>
              </a:rPr>
              <a:t>삼각수렴</a:t>
            </a:r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02. </a:t>
            </a:r>
            <a:r>
              <a:rPr lang="ko-KR" altLang="en-US" sz="2400" b="1" dirty="0" smtClean="0">
                <a:latin typeface="+mn-ea"/>
              </a:rPr>
              <a:t>웻지 패턴</a:t>
            </a:r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03. </a:t>
            </a:r>
            <a:r>
              <a:rPr lang="ko-KR" altLang="en-US" sz="2400" b="1" dirty="0" smtClean="0">
                <a:latin typeface="+mn-ea"/>
              </a:rPr>
              <a:t>플래그 패턴</a:t>
            </a:r>
            <a:endParaRPr lang="en-US" altLang="ko-KR" sz="2400" b="1" dirty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04. </a:t>
            </a:r>
            <a:r>
              <a:rPr lang="ko-KR" altLang="en-US" sz="2400" b="1" dirty="0" smtClean="0">
                <a:latin typeface="+mn-ea"/>
              </a:rPr>
              <a:t>쌍봉 패턴</a:t>
            </a:r>
            <a:endParaRPr lang="en-US" altLang="ko-KR" sz="2400" b="1" dirty="0" smtClean="0">
              <a:latin typeface="+mn-ea"/>
            </a:endParaRPr>
          </a:p>
          <a:p>
            <a:endParaRPr lang="en-US" altLang="ko-KR" sz="2400" b="1" dirty="0">
              <a:latin typeface="+mn-ea"/>
            </a:endParaRPr>
          </a:p>
          <a:p>
            <a:r>
              <a:rPr lang="en-US" altLang="ko-KR" sz="2400" b="1" dirty="0" smtClean="0">
                <a:latin typeface="+mn-ea"/>
              </a:rPr>
              <a:t>05. </a:t>
            </a:r>
            <a:r>
              <a:rPr lang="ko-KR" altLang="en-US" sz="2400" b="1" dirty="0" smtClean="0">
                <a:latin typeface="+mn-ea"/>
              </a:rPr>
              <a:t>헤드엔숄더 패턴</a:t>
            </a:r>
            <a:endParaRPr lang="en-US" altLang="ko-KR" sz="2400" b="1" dirty="0">
              <a:latin typeface="+mn-ea"/>
            </a:endParaRP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7956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가지 패턴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52600" y="1493520"/>
            <a:ext cx="9753600" cy="1384995"/>
          </a:xfrm>
        </p:spPr>
        <p:txBody>
          <a:bodyPr/>
          <a:lstStyle/>
          <a:p>
            <a:pPr algn="l" rtl="0"/>
            <a:r>
              <a:rPr lang="ko-KR" altLang="en-US" b="1" kern="1200" dirty="0" smtClean="0">
                <a:solidFill>
                  <a:schemeClr val="tx1"/>
                </a:solidFill>
              </a:rPr>
              <a:t>차트 패턴은 </a:t>
            </a:r>
            <a:r>
              <a:rPr lang="ko-KR" altLang="en-US" b="1" kern="1200" dirty="0">
                <a:solidFill>
                  <a:schemeClr val="tx1"/>
                </a:solidFill>
              </a:rPr>
              <a:t>딱 </a:t>
            </a:r>
            <a:r>
              <a:rPr lang="en-US" altLang="ko-KR" b="1" kern="1200" dirty="0">
                <a:solidFill>
                  <a:schemeClr val="tx1"/>
                </a:solidFill>
              </a:rPr>
              <a:t>5</a:t>
            </a:r>
            <a:r>
              <a:rPr lang="ko-KR" altLang="en-US" b="1" kern="1200" dirty="0">
                <a:solidFill>
                  <a:schemeClr val="tx1"/>
                </a:solidFill>
              </a:rPr>
              <a:t>가지만 알고 계시면 충분합니다</a:t>
            </a:r>
            <a:r>
              <a:rPr lang="en-US" altLang="ko-KR" b="1" kern="1200" dirty="0">
                <a:solidFill>
                  <a:schemeClr val="tx1"/>
                </a:solidFill>
              </a:rPr>
              <a:t>.</a:t>
            </a:r>
          </a:p>
          <a:p>
            <a:endParaRPr lang="en-US" altLang="ko-KR" dirty="0"/>
          </a:p>
          <a:p>
            <a:r>
              <a:rPr lang="en-US" altLang="ko-KR" dirty="0">
                <a:hlinkClick r:id="rId2"/>
              </a:rPr>
              <a:t>https://</a:t>
            </a:r>
            <a:r>
              <a:rPr lang="en-US" altLang="ko-KR" dirty="0" smtClean="0">
                <a:hlinkClick r:id="rId2"/>
              </a:rPr>
              <a:t>www.youtube.com/watch?v=JodGoipO9xs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921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80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3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61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1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49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584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1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5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02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44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4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46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5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가지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INTRO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5</a:t>
            </a: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가지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5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01. </a:t>
            </a:r>
            <a:r>
              <a:rPr lang="ko-KR" altLang="en-US" dirty="0" smtClean="0"/>
              <a:t>삼각수렴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127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12" y="1323975"/>
            <a:ext cx="74961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1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12" y="1323975"/>
            <a:ext cx="74961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6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12" y="1323975"/>
            <a:ext cx="74961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3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12" y="1323975"/>
            <a:ext cx="74961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5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12" y="1323975"/>
            <a:ext cx="74961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6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12" y="1323975"/>
            <a:ext cx="74961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9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12" y="1323975"/>
            <a:ext cx="74961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16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12" y="1323975"/>
            <a:ext cx="74961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8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37" y="1323975"/>
            <a:ext cx="747712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7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12" y="1323975"/>
            <a:ext cx="74961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7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1323975"/>
            <a:ext cx="74961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9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12" y="1323975"/>
            <a:ext cx="74961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2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3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9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4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6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6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2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1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1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74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삼각수렴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삼각수렴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5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02. </a:t>
            </a:r>
            <a:r>
              <a:rPr lang="ko-KR" altLang="en-US" dirty="0" smtClean="0"/>
              <a:t>웻지 패턴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24652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0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660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8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30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54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2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6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5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6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06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6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85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4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6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44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25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7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17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7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2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0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웻지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웻지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3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03. </a:t>
            </a:r>
            <a:r>
              <a:rPr lang="ko-KR" altLang="en-US" dirty="0" smtClean="0"/>
              <a:t>플래그 패턴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44280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0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7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0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62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7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38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9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6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4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1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0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3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0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1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9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1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55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5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1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6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8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0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3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3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6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1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15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플래그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플래그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8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04. </a:t>
            </a:r>
            <a:r>
              <a:rPr lang="ko-KR" altLang="en-US" dirty="0" smtClean="0"/>
              <a:t>쌍봉 패턴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315660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7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6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1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9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0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72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5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20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491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2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780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4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8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84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7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88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4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51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1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1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3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9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254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쌍봉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쌍봉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9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05. </a:t>
            </a:r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664184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06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5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5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4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4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56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00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04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1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5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85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7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4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83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67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9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2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65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58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5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8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4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9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4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5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6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5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01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9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78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2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85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6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59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8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902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2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6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3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38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06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0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093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헤드엔숄더 패턴</a:t>
            </a:r>
            <a:endParaRPr lang="ko-KR" altLang="en-US" dirty="0"/>
          </a:p>
        </p:txBody>
      </p:sp>
      <p:sp>
        <p:nvSpPr>
          <p:cNvPr id="4" name="object 2"/>
          <p:cNvSpPr txBox="1"/>
          <p:nvPr/>
        </p:nvSpPr>
        <p:spPr>
          <a:xfrm>
            <a:off x="132384" y="206375"/>
            <a:ext cx="1163016" cy="5556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755"/>
              </a:spcBef>
            </a:pPr>
            <a:r>
              <a:rPr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lang="en-US" sz="1400" b="1" spc="-5" dirty="0" smtClean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ko-KR" altLang="en-US" sz="1100" dirty="0" smtClean="0">
                <a:solidFill>
                  <a:srgbClr val="FFFFFF"/>
                </a:solidFill>
                <a:latin typeface="맑은 고딕"/>
                <a:cs typeface="맑은 고딕"/>
              </a:rPr>
              <a:t>헤드엔숄더 패턴</a:t>
            </a:r>
            <a:endParaRPr sz="1100" dirty="0">
              <a:latin typeface="맑은 고딕"/>
              <a:cs typeface="맑은 고딕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33500"/>
            <a:ext cx="74866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4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848380" y="2705725"/>
            <a:ext cx="649524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800" dirty="0">
                <a:solidFill>
                  <a:schemeClr val="accent5">
                    <a:lumMod val="50000"/>
                  </a:schemeClr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Thank You !</a:t>
            </a:r>
            <a:endParaRPr lang="ko-KR" altLang="en-US" sz="8800">
              <a:solidFill>
                <a:schemeClr val="accent5">
                  <a:lumMod val="50000"/>
                </a:schemeClr>
              </a:solidFill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sp>
        <p:nvSpPr>
          <p:cNvPr id="14" name="object 3"/>
          <p:cNvSpPr txBox="1"/>
          <p:nvPr/>
        </p:nvSpPr>
        <p:spPr>
          <a:xfrm>
            <a:off x="9225788" y="6172200"/>
            <a:ext cx="93891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altLang="ko-KR" sz="1100" dirty="0"/>
              <a:t>S</a:t>
            </a:r>
            <a:r>
              <a:rPr lang="ko-KR" altLang="en-US" sz="1100" dirty="0"/>
              <a:t>秀</a:t>
            </a:r>
            <a:r>
              <a:rPr lang="en-US" altLang="ko-KR" sz="1100" dirty="0"/>
              <a:t>NIPER</a:t>
            </a:r>
            <a:endParaRPr lang="ko-KR" altLang="en-US" sz="110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5" dirty="0" smtClean="0">
                <a:latin typeface="Calibri"/>
                <a:cs typeface="Calibri"/>
              </a:rPr>
              <a:t>Online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5" name="object 5"/>
          <p:cNvSpPr/>
          <p:nvPr/>
        </p:nvSpPr>
        <p:spPr>
          <a:xfrm>
            <a:off x="10305287" y="6216651"/>
            <a:ext cx="0" cy="281305"/>
          </a:xfrm>
          <a:custGeom>
            <a:avLst/>
            <a:gdLst/>
            <a:ahLst/>
            <a:cxnLst/>
            <a:rect l="l" t="t" r="r" b="b"/>
            <a:pathLst>
              <a:path h="281305">
                <a:moveTo>
                  <a:pt x="0" y="0"/>
                </a:moveTo>
                <a:lnTo>
                  <a:pt x="0" y="281050"/>
                </a:lnTo>
              </a:path>
            </a:pathLst>
          </a:custGeom>
          <a:ln w="12192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9"/>
          <p:cNvSpPr txBox="1"/>
          <p:nvPr/>
        </p:nvSpPr>
        <p:spPr>
          <a:xfrm>
            <a:off x="10445877" y="6172200"/>
            <a:ext cx="7854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Life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5" dirty="0">
                <a:latin typeface="Calibri"/>
                <a:cs typeface="Calibri"/>
              </a:rPr>
              <a:t>Changing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5" dirty="0">
                <a:latin typeface="Calibri"/>
                <a:cs typeface="Calibri"/>
              </a:rPr>
              <a:t>Education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</TotalTime>
  <Words>1021</Words>
  <Application>Microsoft Office PowerPoint</Application>
  <PresentationFormat>와이드스크린</PresentationFormat>
  <Paragraphs>524</Paragraphs>
  <Slides>173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173</vt:i4>
      </vt:variant>
    </vt:vector>
  </HeadingPairs>
  <TitlesOfParts>
    <vt:vector size="178" baseType="lpstr">
      <vt:lpstr>나눔스퀘어OTF ExtraBold</vt:lpstr>
      <vt:lpstr>맑은 고딕</vt:lpstr>
      <vt:lpstr>Calibri</vt:lpstr>
      <vt:lpstr>Snap ITC</vt:lpstr>
      <vt:lpstr>Office Theme</vt:lpstr>
      <vt:lpstr>S秀NIPER Stock Techniques</vt:lpstr>
      <vt:lpstr>INDEX</vt:lpstr>
      <vt:lpstr>5가지 패턴</vt:lpstr>
      <vt:lpstr>5가지 패턴</vt:lpstr>
      <vt:lpstr>5가지 패턴</vt:lpstr>
      <vt:lpstr>5가지 패턴</vt:lpstr>
      <vt:lpstr>5가지 패턴</vt:lpstr>
      <vt:lpstr>5가지 패턴</vt:lpstr>
      <vt:lpstr>5가지 패턴</vt:lpstr>
      <vt:lpstr>5가지 패턴</vt:lpstr>
      <vt:lpstr>5가지 패턴</vt:lpstr>
      <vt:lpstr>5가지 패턴</vt:lpstr>
      <vt:lpstr>5가지 패턴</vt:lpstr>
      <vt:lpstr>5가지 패턴</vt:lpstr>
      <vt:lpstr>5가지 패턴</vt:lpstr>
      <vt:lpstr>5가지 패턴</vt:lpstr>
      <vt:lpstr>5가지 패턴</vt:lpstr>
      <vt:lpstr>01. 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삼각수렴</vt:lpstr>
      <vt:lpstr>02. 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웻지 패턴</vt:lpstr>
      <vt:lpstr>03. 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플래그 패턴</vt:lpstr>
      <vt:lpstr>04. 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쌍봉 패턴</vt:lpstr>
      <vt:lpstr>05. 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헤드엔숄더 패턴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yskim</dc:creator>
  <cp:lastModifiedBy>Microsoft 계정</cp:lastModifiedBy>
  <cp:revision>31</cp:revision>
  <dcterms:created xsi:type="dcterms:W3CDTF">2022-08-21T01:32:41Z</dcterms:created>
  <dcterms:modified xsi:type="dcterms:W3CDTF">2023-03-25T05:17:10Z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2022-08-21T00:00:00Z</vt:filetime>
  </property>
</Properties>
</file>