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6" r:id="rId2"/>
    <p:sldId id="850" r:id="rId3"/>
    <p:sldId id="849" r:id="rId4"/>
    <p:sldId id="854" r:id="rId5"/>
    <p:sldId id="852" r:id="rId6"/>
    <p:sldId id="855" r:id="rId7"/>
    <p:sldId id="823" r:id="rId8"/>
    <p:sldId id="848" r:id="rId9"/>
    <p:sldId id="844" r:id="rId10"/>
    <p:sldId id="846" r:id="rId11"/>
    <p:sldId id="843" r:id="rId12"/>
    <p:sldId id="845" r:id="rId13"/>
    <p:sldId id="847" r:id="rId14"/>
    <p:sldId id="856" r:id="rId15"/>
    <p:sldId id="851" r:id="rId16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CFCFC"/>
    <a:srgbClr val="BA8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70270" autoAdjust="0"/>
  </p:normalViewPr>
  <p:slideViewPr>
    <p:cSldViewPr>
      <p:cViewPr varScale="1">
        <p:scale>
          <a:sx n="103" d="100"/>
          <a:sy n="103" d="100"/>
        </p:scale>
        <p:origin x="270" y="31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108" y="2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6500C-4BFF-459A-99F0-45ADC5C224D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B3006-4CF6-467F-9F49-65D418B0F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8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78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https://www.youtube.com/watch?v=Vg-MMI5E3M8</a:t>
            </a:r>
          </a:p>
          <a:p>
            <a:r>
              <a:rPr lang="en-US" altLang="ko-KR" dirty="0"/>
              <a:t>00:13 </a:t>
            </a:r>
            <a:r>
              <a:rPr lang="ko-KR" altLang="en-US" dirty="0"/>
              <a:t>빨간 잡채</a:t>
            </a:r>
          </a:p>
          <a:p>
            <a:r>
              <a:rPr lang="en-US" altLang="ko-KR" dirty="0"/>
              <a:t>01:52 </a:t>
            </a:r>
            <a:r>
              <a:rPr lang="ko-KR" altLang="en-US" dirty="0"/>
              <a:t>초간단 잡채 </a:t>
            </a:r>
            <a:r>
              <a:rPr lang="en-US" altLang="ko-KR" dirty="0"/>
              <a:t>&amp; </a:t>
            </a:r>
            <a:r>
              <a:rPr lang="ko-KR" altLang="en-US" dirty="0"/>
              <a:t>잡채밥</a:t>
            </a:r>
          </a:p>
          <a:p>
            <a:r>
              <a:rPr lang="en-US" altLang="ko-KR" dirty="0"/>
              <a:t>02:37 </a:t>
            </a:r>
            <a:r>
              <a:rPr lang="ko-KR" altLang="en-US" dirty="0"/>
              <a:t>두부 당면볶이</a:t>
            </a:r>
          </a:p>
          <a:p>
            <a:r>
              <a:rPr lang="en-US" altLang="ko-KR" dirty="0"/>
              <a:t>03:58 </a:t>
            </a:r>
            <a:r>
              <a:rPr lang="ko-KR" altLang="en-US" dirty="0"/>
              <a:t>불고기 당면</a:t>
            </a:r>
          </a:p>
          <a:p>
            <a:r>
              <a:rPr lang="en-US" altLang="ko-KR" dirty="0"/>
              <a:t>05:24 </a:t>
            </a:r>
            <a:r>
              <a:rPr lang="ko-KR" altLang="en-US" dirty="0"/>
              <a:t>순대 없는 순대볶음</a:t>
            </a:r>
          </a:p>
          <a:p>
            <a:r>
              <a:rPr lang="en-US" altLang="ko-KR" dirty="0"/>
              <a:t>06:39 </a:t>
            </a:r>
            <a:r>
              <a:rPr lang="ko-KR" altLang="en-US" dirty="0"/>
              <a:t>빨간 불고기전골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17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https://www.youtube.com/shorts/Xs6fxY_RG78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524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https://www.youtube.com/shorts/oIgZq0Ex1u0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257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</a:t>
            </a:r>
            <a:r>
              <a:rPr lang="en-US" altLang="ko-KR" dirty="0" smtClean="0"/>
              <a:t>www.youtube.com/shorts/Xs6fxY_RG78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770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https://www.youtube.com/shorts/soMTxsaEcyY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885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https://www.youtube.com/watch?v=Unceue-9Zco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138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https://www.youtube.com/watch?v=VyYVMngg-F0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945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https://www.youtube.com/watch?v=EMTMscHNDjc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8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8800" y="2125980"/>
            <a:ext cx="94488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452628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240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56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236470"/>
            <a:ext cx="1003554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bg2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92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17"/>
          <p:cNvSpPr/>
          <p:nvPr userDrawn="1"/>
        </p:nvSpPr>
        <p:spPr>
          <a:xfrm>
            <a:off x="5181601" y="0"/>
            <a:ext cx="7010526" cy="6858000"/>
          </a:xfrm>
          <a:custGeom>
            <a:avLst/>
            <a:gdLst/>
            <a:ahLst/>
            <a:cxnLst/>
            <a:rect l="l" t="t" r="r" b="b"/>
            <a:pathLst>
              <a:path w="4438015" h="6858000">
                <a:moveTo>
                  <a:pt x="4437888" y="0"/>
                </a:moveTo>
                <a:lnTo>
                  <a:pt x="3979418" y="0"/>
                </a:lnTo>
                <a:lnTo>
                  <a:pt x="0" y="6857999"/>
                </a:lnTo>
                <a:lnTo>
                  <a:pt x="4437888" y="6857999"/>
                </a:lnTo>
                <a:lnTo>
                  <a:pt x="4437888" y="0"/>
                </a:lnTo>
                <a:close/>
              </a:path>
            </a:pathLst>
          </a:custGeom>
          <a:gradFill>
            <a:gsLst>
              <a:gs pos="25000">
                <a:srgbClr val="0070C0"/>
              </a:gs>
              <a:gs pos="0">
                <a:schemeClr val="accent5">
                  <a:lumMod val="50000"/>
                </a:schemeClr>
              </a:gs>
              <a:gs pos="50000">
                <a:srgbClr val="00B050"/>
              </a:gs>
              <a:gs pos="75000">
                <a:srgbClr val="FFC000"/>
              </a:gs>
              <a:gs pos="100000">
                <a:srgbClr val="FF0000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1"/>
          <p:cNvSpPr/>
          <p:nvPr userDrawn="1"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16"/>
          <p:cNvSpPr/>
          <p:nvPr userDrawn="1"/>
        </p:nvSpPr>
        <p:spPr>
          <a:xfrm>
            <a:off x="-304542" y="0"/>
            <a:ext cx="380742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355600"/>
            <a:ext cx="100355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569" y="1493520"/>
            <a:ext cx="10001631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26" name="bg object 16"/>
          <p:cNvSpPr/>
          <p:nvPr userDrawn="1"/>
        </p:nvSpPr>
        <p:spPr>
          <a:xfrm>
            <a:off x="1470660" y="1097281"/>
            <a:ext cx="10590896" cy="45719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6200" y="6299418"/>
            <a:ext cx="1268078" cy="5060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7" r:id="rId5"/>
    <p:sldLayoutId id="214748366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7400" y="2125980"/>
            <a:ext cx="9448800" cy="615553"/>
          </a:xfrm>
        </p:spPr>
        <p:txBody>
          <a:bodyPr/>
          <a:lstStyle/>
          <a:p>
            <a:r>
              <a:rPr lang="en-US" altLang="ko-KR" dirty="0" smtClean="0">
                <a:latin typeface="Snap ITC" panose="04040A07060A02020202" pitchFamily="82" charset="0"/>
              </a:rPr>
              <a:t>S</a:t>
            </a:r>
            <a:r>
              <a:rPr lang="ko-KR" altLang="en-US" dirty="0" smtClean="0">
                <a:latin typeface="Snap ITC" panose="04040A07060A02020202" pitchFamily="82" charset="0"/>
              </a:rPr>
              <a:t>秀</a:t>
            </a:r>
            <a:r>
              <a:rPr lang="en-US" altLang="ko-KR" dirty="0" smtClean="0">
                <a:latin typeface="Snap ITC" panose="04040A07060A02020202" pitchFamily="82" charset="0"/>
              </a:rPr>
              <a:t>NIPER Cooking Recipe</a:t>
            </a:r>
            <a:endParaRPr lang="ko-KR" altLang="en-US" dirty="0">
              <a:latin typeface="Snap ITC" panose="04040A07060A02020202" pitchFamily="8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</p:spPr>
        <p:txBody>
          <a:bodyPr/>
          <a:lstStyle/>
          <a:p>
            <a:r>
              <a:rPr lang="ko-KR" altLang="en-US" dirty="0" err="1" smtClean="0"/>
              <a:t>쿡킹</a:t>
            </a:r>
            <a:r>
              <a:rPr lang="ko-KR" altLang="en-US" dirty="0" smtClean="0"/>
              <a:t> 레시피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62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035540" cy="769441"/>
          </a:xfrm>
        </p:spPr>
        <p:txBody>
          <a:bodyPr/>
          <a:lstStyle/>
          <a:p>
            <a:r>
              <a:rPr lang="en-US" altLang="ko-KR" dirty="0" smtClean="0"/>
              <a:t>Simple Cooking</a:t>
            </a:r>
            <a:br>
              <a:rPr lang="en-US" altLang="ko-KR" dirty="0" smtClean="0"/>
            </a:br>
            <a:r>
              <a:rPr lang="en-US" altLang="ko-K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https://www.youtube.com/watch?v=Vg-MMI5E3M8</a:t>
            </a:r>
            <a:endParaRPr lang="ko-KR" altLang="en-US" sz="1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2438400"/>
            <a:ext cx="31758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물비빔국수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마요비빔라면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깨비빔국수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알배추라면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빨간잡채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초간단</a:t>
            </a:r>
            <a:r>
              <a:rPr lang="ko-KR" alt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잡채</a:t>
            </a:r>
            <a:r>
              <a:rPr lang="en-US" altLang="ko-KR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&amp;</a:t>
            </a:r>
            <a:r>
              <a:rPr lang="ko-KR" alt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잡채밥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불고기 당면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두부당면볶이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순대없는</a:t>
            </a:r>
            <a:r>
              <a:rPr lang="ko-KR" alt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순대볶음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빨간 불고기전골</a:t>
            </a:r>
          </a:p>
          <a:p>
            <a:pPr marL="342900" indent="-342900">
              <a:buAutoNum type="circleNumDbPlain"/>
            </a:pPr>
            <a:r>
              <a: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삼겹살 고추장 </a:t>
            </a:r>
            <a:r>
              <a:rPr lang="ko-KR" altLang="en-US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크림파스타</a:t>
            </a:r>
            <a:endParaRPr lang="ko-KR" alt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r>
              <a: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양배추 계란 부침</a:t>
            </a:r>
          </a:p>
          <a:p>
            <a:pPr marL="342900" indent="-342900">
              <a:buAutoNum type="circleNumDbPlain"/>
            </a:pPr>
            <a:r>
              <a:rPr lang="ko-KR" altLang="en-US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초간단</a:t>
            </a:r>
            <a:r>
              <a:rPr lang="ko-KR" alt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계란덮밥</a:t>
            </a:r>
            <a:endParaRPr lang="en-US" altLang="ko-KR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AutoNum type="circleNumDbPlain"/>
            </a:pPr>
            <a:endParaRPr lang="ko-KR" altLang="en-U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3124200"/>
            <a:ext cx="63150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0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물비빔국수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144000" cy="41549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 smtClean="0"/>
              <a:t>물비빔국수 레시피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/>
              <a:t>양념장</a:t>
            </a:r>
            <a:r>
              <a:rPr lang="en-US" altLang="ko-KR" dirty="0"/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설탕 </a:t>
            </a:r>
            <a:r>
              <a:rPr lang="en-US" altLang="ko-KR" dirty="0"/>
              <a:t>2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고춧가루 </a:t>
            </a:r>
            <a:r>
              <a:rPr lang="en-US" altLang="ko-KR" dirty="0"/>
              <a:t>2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다진마늘 </a:t>
            </a:r>
            <a:r>
              <a:rPr lang="en-US" altLang="ko-KR" dirty="0"/>
              <a:t>1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식초 </a:t>
            </a:r>
            <a:r>
              <a:rPr lang="en-US" altLang="ko-KR" dirty="0"/>
              <a:t>2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 smtClean="0"/>
              <a:t>양조간장 </a:t>
            </a:r>
            <a:r>
              <a:rPr lang="en-US" altLang="ko-KR" dirty="0"/>
              <a:t>1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참기름 </a:t>
            </a:r>
            <a:r>
              <a:rPr lang="en-US" altLang="ko-KR" dirty="0"/>
              <a:t>1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고추장 </a:t>
            </a:r>
            <a:r>
              <a:rPr lang="en-US" altLang="ko-KR" dirty="0"/>
              <a:t>1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시판 냉면육수 </a:t>
            </a:r>
            <a:r>
              <a:rPr lang="en-US" altLang="ko-KR" dirty="0"/>
              <a:t>1</a:t>
            </a:r>
            <a:r>
              <a:rPr lang="ko-KR" altLang="en-US" dirty="0"/>
              <a:t>팩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조리순서</a:t>
            </a:r>
            <a:r>
              <a:rPr lang="en-US" altLang="ko-KR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소면 삶아서 찬물에 헹구고 그릇에 담아주기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잘 익은 배추김치 잘게 잘라서 올려주기 </a:t>
            </a:r>
            <a:r>
              <a:rPr lang="en-US" altLang="ko-KR" dirty="0"/>
              <a:t>(</a:t>
            </a:r>
            <a:r>
              <a:rPr lang="ko-KR" altLang="en-US" dirty="0"/>
              <a:t>양은 취향껏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김가루 뿌려주기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양념장 자박하게 부어서 가볍게 비벼서 먹기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물비빔국수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666" y="2896007"/>
            <a:ext cx="2260134" cy="342859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466" y="2896007"/>
            <a:ext cx="2260134" cy="34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깨비빔국수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144000" cy="41549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 err="1" smtClean="0"/>
              <a:t>깨비빔국수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레시피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/>
              <a:t>양념장 </a:t>
            </a:r>
            <a:r>
              <a:rPr lang="en-US" altLang="ko-KR" dirty="0"/>
              <a:t>- 2</a:t>
            </a:r>
            <a:r>
              <a:rPr lang="ko-KR" altLang="en-US" dirty="0"/>
              <a:t>인분 기준</a:t>
            </a:r>
            <a:r>
              <a:rPr lang="en-US" altLang="ko-KR" dirty="0"/>
              <a:t>&gt;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설탕 </a:t>
            </a:r>
            <a:r>
              <a:rPr lang="en-US" altLang="ko-KR" dirty="0"/>
              <a:t>3T, </a:t>
            </a:r>
            <a:r>
              <a:rPr lang="ko-KR" altLang="en-US" dirty="0"/>
              <a:t>고춧가루 </a:t>
            </a:r>
            <a:r>
              <a:rPr lang="en-US" altLang="ko-KR" dirty="0"/>
              <a:t>0.5T, </a:t>
            </a:r>
            <a:r>
              <a:rPr lang="ko-KR" altLang="en-US" dirty="0"/>
              <a:t>양조간장 </a:t>
            </a:r>
            <a:r>
              <a:rPr lang="en-US" altLang="ko-KR" dirty="0"/>
              <a:t>1T,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식초 </a:t>
            </a:r>
            <a:r>
              <a:rPr lang="en-US" altLang="ko-KR" dirty="0"/>
              <a:t>4T, </a:t>
            </a:r>
            <a:r>
              <a:rPr lang="ko-KR" altLang="en-US" dirty="0"/>
              <a:t>다진마늘 </a:t>
            </a:r>
            <a:r>
              <a:rPr lang="en-US" altLang="ko-KR" dirty="0"/>
              <a:t>1T, </a:t>
            </a:r>
            <a:r>
              <a:rPr lang="ko-KR" altLang="en-US" dirty="0"/>
              <a:t>고추장 </a:t>
            </a:r>
            <a:r>
              <a:rPr lang="en-US" altLang="ko-KR" dirty="0"/>
              <a:t>2T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/>
              <a:t>조리순서</a:t>
            </a:r>
            <a:r>
              <a:rPr lang="en-US" altLang="ko-KR" dirty="0" smtClean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1.</a:t>
            </a:r>
            <a:r>
              <a:rPr lang="ko-KR" altLang="en-US" dirty="0"/>
              <a:t>끓는 물에 소면 삶아준다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2.</a:t>
            </a:r>
            <a:r>
              <a:rPr lang="ko-KR" altLang="en-US" dirty="0"/>
              <a:t>찬물에 헹군 후 양념장 적당량 넣고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</a:t>
            </a:r>
            <a:r>
              <a:rPr lang="ko-KR" altLang="en-US" dirty="0"/>
              <a:t>통깨 </a:t>
            </a:r>
            <a:r>
              <a:rPr lang="en-US" altLang="ko-KR" dirty="0"/>
              <a:t>6</a:t>
            </a:r>
            <a:r>
              <a:rPr lang="ko-KR" altLang="en-US" dirty="0"/>
              <a:t>스푼은 꼭 갈아서 모두 넣고 비벼준다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err="1" smtClean="0">
                <a:solidFill>
                  <a:srgbClr val="FFFFFF"/>
                </a:solidFill>
                <a:latin typeface="Calibri"/>
                <a:cs typeface="Calibri"/>
              </a:rPr>
              <a:t>깨비빔국수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065" y="2763386"/>
            <a:ext cx="2434735" cy="37898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265" y="2763386"/>
            <a:ext cx="2434735" cy="37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마요비빔라면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144000" cy="37394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 err="1" smtClean="0"/>
              <a:t>마요비빔라면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레시피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 smtClean="0"/>
              <a:t>재료</a:t>
            </a:r>
            <a:r>
              <a:rPr lang="en-US" altLang="ko-KR" dirty="0" smtClean="0"/>
              <a:t>&gt;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다진마늘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라면스프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마요네즈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계란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조리순서</a:t>
            </a:r>
            <a:r>
              <a:rPr lang="en-US" altLang="ko-KR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 smtClean="0"/>
              <a:t>면만 끓여주기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 smtClean="0"/>
              <a:t>다진마늘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라면스프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마요네즈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노른자만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 smtClean="0"/>
              <a:t>면이 다 익으면 면수만 소스에 뿌리고 </a:t>
            </a:r>
            <a:r>
              <a:rPr lang="ko-KR" altLang="en-US" dirty="0" err="1" smtClean="0"/>
              <a:t>썪기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4</a:t>
            </a:r>
            <a:r>
              <a:rPr lang="en-US" altLang="ko-KR" dirty="0"/>
              <a:t>. </a:t>
            </a:r>
            <a:r>
              <a:rPr lang="ko-KR" altLang="en-US" dirty="0" err="1" smtClean="0"/>
              <a:t>삶은계란과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파쓸리를</a:t>
            </a:r>
            <a:r>
              <a:rPr lang="ko-KR" altLang="en-US" dirty="0" smtClean="0"/>
              <a:t> 뿌린다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err="1" smtClean="0">
                <a:solidFill>
                  <a:srgbClr val="FFFFFF"/>
                </a:solidFill>
                <a:latin typeface="Calibri"/>
                <a:cs typeface="Calibri"/>
              </a:rPr>
              <a:t>마요비빔라면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104" y="2542245"/>
            <a:ext cx="2736696" cy="401095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514192"/>
            <a:ext cx="2736696" cy="40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0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알배추라면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144000" cy="45704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 err="1" smtClean="0"/>
              <a:t>윤남로라면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레시피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 smtClean="0"/>
              <a:t>재료</a:t>
            </a:r>
            <a:r>
              <a:rPr lang="en-US" altLang="ko-KR" dirty="0" smtClean="0"/>
              <a:t>&gt; </a:t>
            </a:r>
          </a:p>
          <a:p>
            <a:pPr>
              <a:lnSpc>
                <a:spcPct val="150000"/>
              </a:lnSpc>
            </a:pPr>
            <a:r>
              <a:rPr lang="ko-KR" altLang="en-US" dirty="0" err="1" smtClean="0"/>
              <a:t>고추가루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진간장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다진마늘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/>
              <a:t>조리순서</a:t>
            </a:r>
            <a:r>
              <a:rPr lang="en-US" altLang="ko-KR" dirty="0" smtClean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1.</a:t>
            </a:r>
            <a:r>
              <a:rPr lang="ko-KR" altLang="en-US" dirty="0"/>
              <a:t>냄비에 기름 두르고 고춧가루 </a:t>
            </a:r>
            <a:r>
              <a:rPr lang="en-US" altLang="ko-KR" dirty="0"/>
              <a:t>1</a:t>
            </a:r>
            <a:r>
              <a:rPr lang="ko-KR" altLang="en-US" dirty="0"/>
              <a:t>스푼</a:t>
            </a:r>
            <a:r>
              <a:rPr lang="en-US" altLang="ko-KR" dirty="0"/>
              <a:t>, </a:t>
            </a:r>
            <a:r>
              <a:rPr lang="ko-KR" altLang="en-US" dirty="0"/>
              <a:t>라면 분말</a:t>
            </a:r>
            <a:r>
              <a:rPr lang="en-US" altLang="ko-KR" dirty="0"/>
              <a:t>/</a:t>
            </a:r>
            <a:r>
              <a:rPr lang="ko-KR" altLang="en-US" dirty="0"/>
              <a:t>건더기 </a:t>
            </a:r>
            <a:r>
              <a:rPr lang="ko-KR" altLang="en-US" dirty="0" err="1"/>
              <a:t>스프</a:t>
            </a:r>
            <a:r>
              <a:rPr lang="ko-KR" altLang="en-US" dirty="0"/>
              <a:t> 넣고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</a:t>
            </a:r>
            <a:r>
              <a:rPr lang="ko-KR" altLang="en-US" dirty="0" smtClean="0"/>
              <a:t>가볍게 </a:t>
            </a:r>
            <a:r>
              <a:rPr lang="ko-KR" altLang="en-US" dirty="0"/>
              <a:t>볶는다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2</a:t>
            </a:r>
            <a:r>
              <a:rPr lang="en-US" altLang="ko-KR" dirty="0"/>
              <a:t>.</a:t>
            </a:r>
            <a:r>
              <a:rPr lang="ko-KR" altLang="en-US" dirty="0"/>
              <a:t>향이 올라오면 진간장 </a:t>
            </a:r>
            <a:r>
              <a:rPr lang="en-US" altLang="ko-KR" dirty="0"/>
              <a:t>1</a:t>
            </a:r>
            <a:r>
              <a:rPr lang="ko-KR" altLang="en-US" dirty="0"/>
              <a:t>스푼 넣어 태우듯 볶는다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3</a:t>
            </a:r>
            <a:r>
              <a:rPr lang="en-US" altLang="ko-KR" dirty="0"/>
              <a:t>.</a:t>
            </a:r>
            <a:r>
              <a:rPr lang="ko-KR" altLang="en-US" dirty="0"/>
              <a:t>물 </a:t>
            </a:r>
            <a:r>
              <a:rPr lang="en-US" altLang="ko-KR" dirty="0"/>
              <a:t>550ml </a:t>
            </a:r>
            <a:r>
              <a:rPr lang="ko-KR" altLang="en-US" dirty="0"/>
              <a:t>넣고 물이 끓으면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4</a:t>
            </a:r>
            <a:r>
              <a:rPr lang="en-US" altLang="ko-KR" dirty="0"/>
              <a:t>.</a:t>
            </a:r>
            <a:r>
              <a:rPr lang="ko-KR" altLang="en-US" dirty="0"/>
              <a:t>라면 면과 알배기 배추 </a:t>
            </a:r>
            <a:r>
              <a:rPr lang="en-US" altLang="ko-KR" dirty="0"/>
              <a:t>2~3</a:t>
            </a:r>
            <a:r>
              <a:rPr lang="ko-KR" altLang="en-US" dirty="0"/>
              <a:t>장을 </a:t>
            </a:r>
            <a:r>
              <a:rPr lang="ko-KR" altLang="en-US" dirty="0" err="1"/>
              <a:t>먹기좋게</a:t>
            </a:r>
            <a:r>
              <a:rPr lang="ko-KR" altLang="en-US" dirty="0"/>
              <a:t> 잘라 넣고 끓인다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5</a:t>
            </a:r>
            <a:r>
              <a:rPr lang="en-US" altLang="ko-KR" dirty="0"/>
              <a:t>.</a:t>
            </a:r>
            <a:r>
              <a:rPr lang="ko-KR" altLang="en-US" dirty="0"/>
              <a:t>마지막으로 다진마늘 </a:t>
            </a:r>
            <a:r>
              <a:rPr lang="ko-KR" altLang="en-US" dirty="0" err="1"/>
              <a:t>반스푼</a:t>
            </a:r>
            <a:r>
              <a:rPr lang="ko-KR" altLang="en-US" dirty="0"/>
              <a:t> 넣어서 마무리한다</a:t>
            </a:r>
            <a:r>
              <a:rPr lang="en-US" altLang="ko-KR" dirty="0"/>
              <a:t>.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err="1" smtClean="0">
                <a:solidFill>
                  <a:srgbClr val="FFFFFF"/>
                </a:solidFill>
                <a:latin typeface="Calibri"/>
                <a:cs typeface="Calibri"/>
              </a:rPr>
              <a:t>윤남노라면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223" y="3421123"/>
            <a:ext cx="2012177" cy="31320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623" y="3421123"/>
            <a:ext cx="2012177" cy="313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6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939" y="3352800"/>
            <a:ext cx="5576861" cy="311043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빨간 잡채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4953000" cy="20774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빨간 잡채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식용유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r>
              <a:rPr lang="en-US" altLang="ko-KR" dirty="0"/>
              <a:t>, </a:t>
            </a:r>
            <a:r>
              <a:rPr lang="ko-KR" altLang="en-US" dirty="0"/>
              <a:t>양파</a:t>
            </a:r>
            <a:r>
              <a:rPr lang="en-US" altLang="ko-KR" dirty="0"/>
              <a:t>, </a:t>
            </a:r>
            <a:r>
              <a:rPr lang="ko-KR" altLang="en-US" dirty="0"/>
              <a:t>오뎅 </a:t>
            </a:r>
            <a:r>
              <a:rPr lang="ko-KR" altLang="en-US" dirty="0" err="1" smtClean="0"/>
              <a:t>노릇해질때까지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콩나물과 당면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고추장</a:t>
            </a:r>
            <a:r>
              <a:rPr lang="en-US" altLang="ko-KR" dirty="0"/>
              <a:t>1, </a:t>
            </a:r>
            <a:r>
              <a:rPr lang="ko-KR" altLang="en-US" dirty="0"/>
              <a:t>굴소스</a:t>
            </a:r>
            <a:r>
              <a:rPr lang="en-US" altLang="ko-KR" dirty="0"/>
              <a:t>1, </a:t>
            </a:r>
            <a:r>
              <a:rPr lang="ko-KR" altLang="en-US" dirty="0"/>
              <a:t>설탕</a:t>
            </a:r>
            <a:r>
              <a:rPr lang="en-US" altLang="ko-KR" dirty="0"/>
              <a:t>1, </a:t>
            </a:r>
            <a:r>
              <a:rPr lang="ko-KR" altLang="en-US" dirty="0"/>
              <a:t>고춧가루</a:t>
            </a:r>
            <a:r>
              <a:rPr lang="en-US" altLang="ko-KR" dirty="0"/>
              <a:t>1, </a:t>
            </a:r>
            <a:r>
              <a:rPr lang="ko-KR" altLang="en-US" dirty="0"/>
              <a:t>다진마늘</a:t>
            </a:r>
            <a:r>
              <a:rPr lang="en-US" altLang="ko-KR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/>
              <a:t>단무지</a:t>
            </a:r>
            <a:r>
              <a:rPr lang="en-US" altLang="ko-KR" dirty="0"/>
              <a:t>, </a:t>
            </a:r>
            <a:r>
              <a:rPr lang="ko-KR" altLang="en-US" dirty="0"/>
              <a:t>참깨</a:t>
            </a:r>
            <a:r>
              <a:rPr lang="en-US" altLang="ko-KR" dirty="0"/>
              <a:t>, </a:t>
            </a:r>
            <a:r>
              <a:rPr lang="ko-KR" altLang="en-US" dirty="0"/>
              <a:t>참기름</a:t>
            </a:r>
            <a:r>
              <a:rPr lang="en-US" altLang="ko-KR" dirty="0"/>
              <a:t>, </a:t>
            </a:r>
            <a:r>
              <a:rPr lang="ko-KR" altLang="en-US" dirty="0"/>
              <a:t>대파 골고루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60838" y="5867400"/>
            <a:ext cx="4411362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TIP. </a:t>
            </a:r>
            <a:r>
              <a:rPr lang="ko-KR" altLang="en-US" dirty="0"/>
              <a:t>당면불리기 </a:t>
            </a:r>
            <a:r>
              <a:rPr lang="en-US" altLang="ko-KR" dirty="0"/>
              <a:t>: </a:t>
            </a:r>
            <a:r>
              <a:rPr lang="ko-KR" altLang="en-US" dirty="0"/>
              <a:t>찬물</a:t>
            </a:r>
            <a:r>
              <a:rPr lang="en-US" altLang="ko-KR" dirty="0"/>
              <a:t>30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끓는물</a:t>
            </a:r>
            <a:r>
              <a:rPr lang="en-US" altLang="ko-KR" dirty="0"/>
              <a:t>6</a:t>
            </a:r>
            <a:r>
              <a:rPr lang="ko-KR" altLang="en-US" dirty="0" smtClean="0"/>
              <a:t>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8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초간단 잡채 </a:t>
            </a:r>
            <a:r>
              <a:rPr lang="en-US" altLang="ko-KR" dirty="0"/>
              <a:t>&amp; </a:t>
            </a:r>
            <a:r>
              <a:rPr lang="ko-KR" altLang="en-US" dirty="0"/>
              <a:t>잡채밥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5562600" cy="24477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초간단 잡채 </a:t>
            </a:r>
            <a:r>
              <a:rPr lang="en-US" altLang="ko-KR" dirty="0"/>
              <a:t>&amp; </a:t>
            </a:r>
            <a:r>
              <a:rPr lang="ko-KR" altLang="en-US" dirty="0"/>
              <a:t>잡채밥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콩나물</a:t>
            </a:r>
            <a:r>
              <a:rPr lang="en-US" altLang="ko-KR" dirty="0"/>
              <a:t>, </a:t>
            </a:r>
            <a:r>
              <a:rPr lang="ko-KR" altLang="en-US" dirty="0"/>
              <a:t>오뎅</a:t>
            </a:r>
            <a:r>
              <a:rPr lang="en-US" altLang="ko-KR" dirty="0"/>
              <a:t>, </a:t>
            </a:r>
            <a:r>
              <a:rPr lang="ko-KR" altLang="en-US" dirty="0"/>
              <a:t>대파 모두 길쭉하게 비슷한 길이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진간장</a:t>
            </a:r>
            <a:r>
              <a:rPr lang="en-US" altLang="ko-KR" dirty="0"/>
              <a:t>2, </a:t>
            </a:r>
            <a:r>
              <a:rPr lang="ko-KR" altLang="en-US" dirty="0"/>
              <a:t>굴소스</a:t>
            </a:r>
            <a:r>
              <a:rPr lang="en-US" altLang="ko-KR" dirty="0"/>
              <a:t>2, </a:t>
            </a:r>
            <a:r>
              <a:rPr lang="ko-KR" altLang="en-US" dirty="0"/>
              <a:t>설탕</a:t>
            </a:r>
            <a:r>
              <a:rPr lang="en-US" altLang="ko-KR" dirty="0"/>
              <a:t>2, </a:t>
            </a:r>
            <a:r>
              <a:rPr lang="ko-KR" altLang="en-US" dirty="0"/>
              <a:t>다진마늘</a:t>
            </a:r>
            <a:r>
              <a:rPr lang="en-US" altLang="ko-KR" dirty="0"/>
              <a:t>1, </a:t>
            </a:r>
            <a:r>
              <a:rPr lang="ko-KR" altLang="en-US" dirty="0"/>
              <a:t>후추</a:t>
            </a:r>
            <a:r>
              <a:rPr lang="en-US" altLang="ko-KR" dirty="0"/>
              <a:t>, </a:t>
            </a:r>
            <a:r>
              <a:rPr lang="ko-KR" altLang="en-US" dirty="0"/>
              <a:t>식용유</a:t>
            </a:r>
            <a:r>
              <a:rPr lang="en-US" altLang="ko-KR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참기름</a:t>
            </a:r>
            <a:r>
              <a:rPr lang="en-US" altLang="ko-KR" dirty="0"/>
              <a:t>, </a:t>
            </a:r>
            <a:r>
              <a:rPr lang="ko-KR" altLang="en-US" dirty="0"/>
              <a:t>통깨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/>
              <a:t>밥</a:t>
            </a:r>
            <a:r>
              <a:rPr lang="en-US" altLang="ko-KR" dirty="0"/>
              <a:t>, </a:t>
            </a:r>
            <a:r>
              <a:rPr lang="ko-KR" altLang="en-US" dirty="0"/>
              <a:t>계란후라이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754" y="2891725"/>
            <a:ext cx="6564846" cy="36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581400"/>
            <a:ext cx="5425493" cy="302601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불고기 당면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10210800" cy="24929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불고기 당면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저렴한 </a:t>
            </a:r>
            <a:r>
              <a:rPr lang="ko-KR" altLang="en-US" dirty="0" smtClean="0"/>
              <a:t>뒷다리살이나 앞다리살에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진간장</a:t>
            </a:r>
            <a:r>
              <a:rPr lang="en-US" altLang="ko-KR" dirty="0"/>
              <a:t>2, </a:t>
            </a:r>
            <a:r>
              <a:rPr lang="ko-KR" altLang="en-US" dirty="0" smtClean="0"/>
              <a:t>돈까스소스</a:t>
            </a:r>
            <a:r>
              <a:rPr lang="en-US" altLang="ko-KR" dirty="0" smtClean="0"/>
              <a:t>2</a:t>
            </a:r>
            <a:r>
              <a:rPr lang="en-US" altLang="ko-KR" dirty="0"/>
              <a:t>, </a:t>
            </a:r>
            <a:r>
              <a:rPr lang="ko-KR" altLang="en-US" dirty="0"/>
              <a:t>설탕</a:t>
            </a:r>
            <a:r>
              <a:rPr lang="en-US" altLang="ko-KR" dirty="0"/>
              <a:t>2, </a:t>
            </a:r>
            <a:r>
              <a:rPr lang="ko-KR" altLang="en-US" dirty="0"/>
              <a:t>다진마늘</a:t>
            </a:r>
            <a:r>
              <a:rPr lang="en-US" altLang="ko-KR" dirty="0"/>
              <a:t>1, </a:t>
            </a:r>
            <a:r>
              <a:rPr lang="ko-KR" altLang="en-US" dirty="0"/>
              <a:t>후추 넉넉히 넣고 </a:t>
            </a:r>
            <a:r>
              <a:rPr lang="ko-KR" altLang="en-US" dirty="0" smtClean="0"/>
              <a:t>꾹꾹 눌러주면서 </a:t>
            </a:r>
            <a:r>
              <a:rPr lang="ko-KR" altLang="en-US" dirty="0"/>
              <a:t>양념과 고기 섞기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재워둘 </a:t>
            </a:r>
            <a:r>
              <a:rPr lang="ko-KR" altLang="en-US" dirty="0" smtClean="0"/>
              <a:t>필요 없고</a:t>
            </a:r>
            <a:r>
              <a:rPr lang="en-US" altLang="ko-KR" dirty="0"/>
              <a:t>, </a:t>
            </a:r>
            <a:r>
              <a:rPr lang="ko-KR" altLang="en-US" dirty="0"/>
              <a:t>만능소스인 </a:t>
            </a:r>
            <a:r>
              <a:rPr lang="ko-KR" altLang="en-US" dirty="0" smtClean="0"/>
              <a:t>돈까스소스가 </a:t>
            </a:r>
            <a:r>
              <a:rPr lang="ko-KR" altLang="en-US" dirty="0"/>
              <a:t>들어가 </a:t>
            </a:r>
            <a:r>
              <a:rPr lang="ko-KR" altLang="en-US" dirty="0" smtClean="0"/>
              <a:t>다른 거 필요 없음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 smtClean="0"/>
              <a:t>식용유 두르고 </a:t>
            </a:r>
            <a:r>
              <a:rPr lang="ko-KR" altLang="en-US" dirty="0"/>
              <a:t>맛있게 </a:t>
            </a:r>
            <a:r>
              <a:rPr lang="ko-KR" altLang="en-US" dirty="0" smtClean="0"/>
              <a:t>구워준 후 </a:t>
            </a:r>
            <a:r>
              <a:rPr lang="ko-KR" altLang="en-US" dirty="0"/>
              <a:t>양파와 당면 넣고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5) </a:t>
            </a:r>
            <a:r>
              <a:rPr lang="ko-KR" altLang="en-US" dirty="0"/>
              <a:t>마지막으로 </a:t>
            </a:r>
            <a:r>
              <a:rPr lang="ko-KR" altLang="en-US" dirty="0" smtClean="0"/>
              <a:t>파쓸이랑 </a:t>
            </a:r>
            <a:r>
              <a:rPr lang="ko-KR" altLang="en-US" dirty="0"/>
              <a:t>통깨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770" y="4343400"/>
            <a:ext cx="1113830" cy="22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두부 당면볶이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7543800" cy="29084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두부 당면볶이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두부 </a:t>
            </a:r>
            <a:r>
              <a:rPr lang="en-US" altLang="ko-KR" dirty="0"/>
              <a:t>: </a:t>
            </a:r>
            <a:r>
              <a:rPr lang="ko-KR" altLang="en-US" dirty="0" smtClean="0"/>
              <a:t>네모 반듯하게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양념장 </a:t>
            </a:r>
            <a:r>
              <a:rPr lang="en-US" altLang="ko-KR" dirty="0"/>
              <a:t>: </a:t>
            </a:r>
            <a:r>
              <a:rPr lang="ko-KR" altLang="en-US" dirty="0"/>
              <a:t>굴소스</a:t>
            </a:r>
            <a:r>
              <a:rPr lang="en-US" altLang="ko-KR" dirty="0"/>
              <a:t>2, </a:t>
            </a:r>
            <a:r>
              <a:rPr lang="ko-KR" altLang="en-US" dirty="0"/>
              <a:t>고춧가루</a:t>
            </a:r>
            <a:r>
              <a:rPr lang="en-US" altLang="ko-KR" dirty="0"/>
              <a:t>2, </a:t>
            </a:r>
            <a:r>
              <a:rPr lang="ko-KR" altLang="en-US" dirty="0"/>
              <a:t>진간장</a:t>
            </a:r>
            <a:r>
              <a:rPr lang="en-US" altLang="ko-KR" dirty="0"/>
              <a:t>1, </a:t>
            </a:r>
            <a:r>
              <a:rPr lang="ko-KR" altLang="en-US" dirty="0"/>
              <a:t>설탕</a:t>
            </a:r>
            <a:r>
              <a:rPr lang="en-US" altLang="ko-KR" dirty="0"/>
              <a:t>1, </a:t>
            </a:r>
            <a:r>
              <a:rPr lang="ko-KR" altLang="en-US" dirty="0"/>
              <a:t>다진마늘</a:t>
            </a:r>
            <a:r>
              <a:rPr lang="en-US" altLang="ko-KR" dirty="0"/>
              <a:t>1 + </a:t>
            </a:r>
            <a:r>
              <a:rPr lang="ko-KR" altLang="en-US" dirty="0"/>
              <a:t>물</a:t>
            </a:r>
            <a:r>
              <a:rPr lang="en-US" altLang="ko-KR" dirty="0"/>
              <a:t>1</a:t>
            </a:r>
            <a:r>
              <a:rPr lang="ko-KR" altLang="en-US" dirty="0"/>
              <a:t>컵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식용유에 두부를 굽고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/>
              <a:t>양념장과 당면 돌려주면서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5) </a:t>
            </a:r>
            <a:r>
              <a:rPr lang="ko-KR" altLang="en-US" dirty="0"/>
              <a:t>깻잎 채썰어서 통깨와 함께</a:t>
            </a:r>
            <a:r>
              <a:rPr lang="en-US" altLang="ko-KR" dirty="0"/>
              <a:t>..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깻잎이 </a:t>
            </a:r>
            <a:r>
              <a:rPr lang="ko-KR" altLang="en-US" dirty="0"/>
              <a:t>신의한수</a:t>
            </a:r>
            <a:r>
              <a:rPr lang="en-US" altLang="ko-KR" dirty="0"/>
              <a:t>!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356" y="3062030"/>
            <a:ext cx="5968042" cy="332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1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순대 없는 순대볶음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4953000" cy="24477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순대 없는 순대볶음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식용유 두르고 양파와 대파 길쭉하게 넣고 볶</a:t>
            </a:r>
            <a:r>
              <a:rPr lang="ko-KR" altLang="en-US" dirty="0" smtClean="0"/>
              <a:t>기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양배추랑 </a:t>
            </a:r>
            <a:r>
              <a:rPr lang="ko-KR" altLang="en-US" dirty="0" smtClean="0"/>
              <a:t>불린 당면 </a:t>
            </a:r>
            <a:r>
              <a:rPr lang="ko-KR" altLang="en-US" dirty="0"/>
              <a:t>넉넉히 </a:t>
            </a:r>
            <a:r>
              <a:rPr lang="en-US" altLang="ko-KR" dirty="0"/>
              <a:t>(</a:t>
            </a:r>
            <a:r>
              <a:rPr lang="ko-KR" altLang="en-US" dirty="0"/>
              <a:t>터진 순대느낌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고추장</a:t>
            </a:r>
            <a:r>
              <a:rPr lang="en-US" altLang="ko-KR" dirty="0"/>
              <a:t>1, </a:t>
            </a:r>
            <a:r>
              <a:rPr lang="ko-KR" altLang="en-US" dirty="0"/>
              <a:t>굴소스</a:t>
            </a:r>
            <a:r>
              <a:rPr lang="en-US" altLang="ko-KR" dirty="0"/>
              <a:t>2, </a:t>
            </a:r>
            <a:r>
              <a:rPr lang="ko-KR" altLang="en-US" dirty="0"/>
              <a:t>설탕</a:t>
            </a:r>
            <a:r>
              <a:rPr lang="en-US" altLang="ko-KR" dirty="0"/>
              <a:t>1, </a:t>
            </a:r>
            <a:r>
              <a:rPr lang="ko-KR" altLang="en-US" dirty="0"/>
              <a:t>고춧가루</a:t>
            </a:r>
            <a:r>
              <a:rPr lang="en-US" altLang="ko-KR" dirty="0"/>
              <a:t>1, </a:t>
            </a:r>
            <a:r>
              <a:rPr lang="ko-KR" altLang="en-US" dirty="0"/>
              <a:t>다진마늘</a:t>
            </a:r>
            <a:r>
              <a:rPr lang="en-US" altLang="ko-KR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 smtClean="0"/>
              <a:t>중불에 </a:t>
            </a:r>
            <a:r>
              <a:rPr lang="ko-KR" altLang="en-US" dirty="0"/>
              <a:t>은은하게 </a:t>
            </a:r>
            <a:r>
              <a:rPr lang="ko-KR" altLang="en-US" dirty="0" smtClean="0"/>
              <a:t>볶고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5) </a:t>
            </a:r>
            <a:r>
              <a:rPr lang="ko-KR" altLang="en-US" dirty="0"/>
              <a:t>마지막에 깻잎</a:t>
            </a:r>
            <a:r>
              <a:rPr lang="en-US" altLang="ko-KR" dirty="0"/>
              <a:t>, </a:t>
            </a:r>
            <a:r>
              <a:rPr lang="ko-KR" altLang="en-US" dirty="0"/>
              <a:t>들깨가루</a:t>
            </a:r>
            <a:r>
              <a:rPr lang="en-US" altLang="ko-KR" dirty="0"/>
              <a:t>, </a:t>
            </a:r>
            <a:r>
              <a:rPr lang="ko-KR" altLang="en-US" dirty="0"/>
              <a:t>참기름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358" y="3200400"/>
            <a:ext cx="5968042" cy="332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5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9464" r="12767"/>
          <a:stretch/>
        </p:blipFill>
        <p:spPr>
          <a:xfrm>
            <a:off x="7010400" y="2967925"/>
            <a:ext cx="5105400" cy="36614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빨간 불고기전골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1"/>
            <a:ext cx="6705600" cy="3323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빨간 불고기전골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불고기용 소고기 </a:t>
            </a:r>
            <a:r>
              <a:rPr lang="en-US" altLang="ko-KR" dirty="0"/>
              <a:t>or </a:t>
            </a:r>
            <a:r>
              <a:rPr lang="ko-KR" altLang="en-US" dirty="0"/>
              <a:t>돼지고기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양파와 고기 센불로 볶기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진간장</a:t>
            </a:r>
            <a:r>
              <a:rPr lang="en-US" altLang="ko-KR" dirty="0"/>
              <a:t>1, </a:t>
            </a:r>
            <a:r>
              <a:rPr lang="ko-KR" altLang="en-US" dirty="0"/>
              <a:t>고춧가루</a:t>
            </a:r>
            <a:r>
              <a:rPr lang="en-US" altLang="ko-KR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/>
              <a:t>배추를 넣고 숨이 </a:t>
            </a:r>
            <a:r>
              <a:rPr lang="ko-KR" altLang="en-US" dirty="0" smtClean="0"/>
              <a:t>죽을 때까지 한번 더 </a:t>
            </a:r>
            <a:r>
              <a:rPr lang="ko-KR" altLang="en-US" dirty="0"/>
              <a:t>볶아 주다가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5) </a:t>
            </a:r>
            <a:r>
              <a:rPr lang="ko-KR" altLang="en-US" dirty="0"/>
              <a:t>종이컵 물</a:t>
            </a:r>
            <a:r>
              <a:rPr lang="en-US" altLang="ko-KR" dirty="0"/>
              <a:t>3</a:t>
            </a:r>
            <a:r>
              <a:rPr lang="ko-KR" altLang="en-US" dirty="0"/>
              <a:t>컵</a:t>
            </a:r>
            <a:r>
              <a:rPr lang="en-US" altLang="ko-KR" dirty="0"/>
              <a:t>, </a:t>
            </a:r>
            <a:r>
              <a:rPr lang="ko-KR" altLang="en-US" dirty="0"/>
              <a:t>고추장</a:t>
            </a:r>
            <a:r>
              <a:rPr lang="en-US" altLang="ko-KR" dirty="0"/>
              <a:t>1, </a:t>
            </a:r>
            <a:r>
              <a:rPr lang="ko-KR" altLang="en-US" dirty="0"/>
              <a:t>된장</a:t>
            </a:r>
            <a:r>
              <a:rPr lang="en-US" altLang="ko-KR" dirty="0"/>
              <a:t>1, </a:t>
            </a:r>
            <a:r>
              <a:rPr lang="ko-KR" altLang="en-US" dirty="0"/>
              <a:t>설탕</a:t>
            </a:r>
            <a:r>
              <a:rPr lang="en-US" altLang="ko-KR" dirty="0"/>
              <a:t>1, </a:t>
            </a:r>
            <a:r>
              <a:rPr lang="ko-KR" altLang="en-US" dirty="0"/>
              <a:t>치킨스톡</a:t>
            </a:r>
            <a:r>
              <a:rPr lang="en-US" altLang="ko-KR" dirty="0"/>
              <a:t>1/2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6) </a:t>
            </a:r>
            <a:r>
              <a:rPr lang="ko-KR" altLang="en-US" dirty="0"/>
              <a:t>끓으면 </a:t>
            </a:r>
            <a:r>
              <a:rPr lang="ko-KR" altLang="en-US" dirty="0" smtClean="0"/>
              <a:t>불린당면도 </a:t>
            </a:r>
            <a:r>
              <a:rPr lang="ko-KR" altLang="en-US" dirty="0"/>
              <a:t>넣기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7) </a:t>
            </a:r>
            <a:r>
              <a:rPr lang="ko-KR" altLang="en-US" dirty="0"/>
              <a:t>마지막으로 </a:t>
            </a:r>
            <a:r>
              <a:rPr lang="ko-KR" altLang="en-US" dirty="0" smtClean="0"/>
              <a:t>정구지와 </a:t>
            </a:r>
            <a:r>
              <a:rPr lang="ko-KR" altLang="en-US" dirty="0"/>
              <a:t>다진마늘</a:t>
            </a:r>
            <a:r>
              <a:rPr lang="en-US" altLang="ko-KR" dirty="0"/>
              <a:t>1, </a:t>
            </a:r>
            <a:r>
              <a:rPr lang="ko-KR" altLang="en-US" dirty="0"/>
              <a:t>후추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60838" y="5562600"/>
            <a:ext cx="4716162" cy="990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Tip. 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배추가 </a:t>
            </a:r>
            <a:r>
              <a:rPr lang="ko-KR" altLang="en-US" dirty="0"/>
              <a:t>없으면 숙주나 콩나물</a:t>
            </a:r>
          </a:p>
          <a:p>
            <a:r>
              <a:rPr lang="ko-KR" altLang="en-US" dirty="0"/>
              <a:t>당면사리가 없으면 라면사리나 불가사리 등</a:t>
            </a:r>
          </a:p>
        </p:txBody>
      </p:sp>
    </p:spTree>
    <p:extLst>
      <p:ext uri="{BB962C8B-B14F-4D97-AF65-F5344CB8AC3E}">
        <p14:creationId xmlns:p14="http://schemas.microsoft.com/office/powerpoint/2010/main" val="393550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40" y="3271461"/>
            <a:ext cx="5317960" cy="335793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삼겹살 고추장 크림파스타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6858000" cy="3323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삼겹살 고추장 크림파스타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삼겹살 구워서 </a:t>
            </a:r>
            <a:r>
              <a:rPr lang="ko-KR" altLang="en-US" dirty="0" smtClean="0"/>
              <a:t>먹기 좋은 </a:t>
            </a:r>
            <a:r>
              <a:rPr lang="ko-KR" altLang="en-US" dirty="0"/>
              <a:t>사이즈로 자르기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다진마늘</a:t>
            </a:r>
            <a:r>
              <a:rPr lang="en-US" altLang="ko-KR" dirty="0"/>
              <a:t>1, </a:t>
            </a:r>
            <a:r>
              <a:rPr lang="ko-KR" altLang="en-US" dirty="0"/>
              <a:t>고춧가루</a:t>
            </a:r>
            <a:r>
              <a:rPr lang="en-US" altLang="ko-KR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3) </a:t>
            </a:r>
            <a:r>
              <a:rPr lang="ko-KR" altLang="en-US" dirty="0"/>
              <a:t>우유 종이컵</a:t>
            </a:r>
            <a:r>
              <a:rPr lang="en-US" altLang="ko-KR" dirty="0"/>
              <a:t>2</a:t>
            </a:r>
            <a:r>
              <a:rPr lang="ko-KR" altLang="en-US" dirty="0"/>
              <a:t>컵</a:t>
            </a:r>
            <a:r>
              <a:rPr lang="en-US" altLang="ko-KR" dirty="0"/>
              <a:t>,  </a:t>
            </a:r>
            <a:r>
              <a:rPr lang="ko-KR" altLang="en-US" dirty="0"/>
              <a:t>물 </a:t>
            </a:r>
            <a:r>
              <a:rPr lang="ko-KR" altLang="en-US" dirty="0" smtClean="0"/>
              <a:t>종이컵</a:t>
            </a:r>
            <a:r>
              <a:rPr lang="en-US" altLang="ko-KR" dirty="0"/>
              <a:t>1</a:t>
            </a:r>
            <a:r>
              <a:rPr lang="ko-KR" altLang="en-US" dirty="0"/>
              <a:t>컵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4) </a:t>
            </a:r>
            <a:r>
              <a:rPr lang="ko-KR" altLang="en-US" dirty="0"/>
              <a:t>파스타면 </a:t>
            </a:r>
            <a:r>
              <a:rPr lang="en-US" altLang="ko-KR" dirty="0"/>
              <a:t>1</a:t>
            </a:r>
            <a:r>
              <a:rPr lang="ko-KR" altLang="en-US" dirty="0"/>
              <a:t>인분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5) </a:t>
            </a:r>
            <a:r>
              <a:rPr lang="ko-KR" altLang="en-US" dirty="0"/>
              <a:t>고추장</a:t>
            </a:r>
            <a:r>
              <a:rPr lang="en-US" altLang="ko-KR" dirty="0"/>
              <a:t>1, </a:t>
            </a:r>
            <a:r>
              <a:rPr lang="ko-KR" altLang="en-US" dirty="0"/>
              <a:t>토마토스마게티소스</a:t>
            </a:r>
            <a:r>
              <a:rPr lang="en-US" altLang="ko-KR" dirty="0"/>
              <a:t>4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6) </a:t>
            </a:r>
            <a:r>
              <a:rPr lang="ko-KR" altLang="en-US" dirty="0"/>
              <a:t>접시에 담고</a:t>
            </a:r>
            <a:r>
              <a:rPr lang="en-US" altLang="ko-KR" dirty="0"/>
              <a:t>, </a:t>
            </a:r>
            <a:r>
              <a:rPr lang="ko-KR" altLang="en-US" dirty="0"/>
              <a:t>파쓸리</a:t>
            </a:r>
            <a:r>
              <a:rPr lang="en-US" altLang="ko-KR" dirty="0"/>
              <a:t>, </a:t>
            </a:r>
            <a:r>
              <a:rPr lang="ko-KR" altLang="en-US" dirty="0"/>
              <a:t>후추</a:t>
            </a:r>
            <a:r>
              <a:rPr lang="en-US" altLang="ko-KR" dirty="0"/>
              <a:t>, </a:t>
            </a:r>
            <a:r>
              <a:rPr lang="ko-KR" altLang="en-US" dirty="0" smtClean="0"/>
              <a:t>파마산치즈가루 </a:t>
            </a:r>
            <a:r>
              <a:rPr lang="ko-KR" altLang="en-US" dirty="0"/>
              <a:t>흩뿌려주고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초간단 잡채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993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양배추 계란 부침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906000" cy="29084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/>
              <a:t>재료 </a:t>
            </a:r>
            <a:r>
              <a:rPr lang="ko-KR" altLang="en-US" dirty="0" smtClean="0"/>
              <a:t> </a:t>
            </a:r>
            <a:r>
              <a:rPr lang="en-US" altLang="ko-KR" dirty="0" smtClean="0"/>
              <a:t>:  </a:t>
            </a:r>
            <a:r>
              <a:rPr lang="ko-KR" altLang="en-US" dirty="0" smtClean="0"/>
              <a:t>양배추</a:t>
            </a:r>
            <a:r>
              <a:rPr lang="en-US" altLang="ko-KR" dirty="0"/>
              <a:t>,   </a:t>
            </a:r>
            <a:r>
              <a:rPr lang="ko-KR" altLang="en-US" dirty="0"/>
              <a:t>당근</a:t>
            </a:r>
            <a:r>
              <a:rPr lang="en-US" altLang="ko-KR" dirty="0"/>
              <a:t>, </a:t>
            </a:r>
            <a:r>
              <a:rPr lang="ko-KR" altLang="en-US" dirty="0"/>
              <a:t>양파</a:t>
            </a:r>
            <a:r>
              <a:rPr lang="en-US" altLang="ko-KR" dirty="0"/>
              <a:t>, </a:t>
            </a:r>
            <a:r>
              <a:rPr lang="ko-KR" altLang="en-US" dirty="0" err="1"/>
              <a:t>슬라이스햄</a:t>
            </a:r>
            <a:r>
              <a:rPr lang="en-US" altLang="ko-KR" dirty="0"/>
              <a:t>/</a:t>
            </a:r>
            <a:r>
              <a:rPr lang="ko-KR" altLang="en-US" dirty="0"/>
              <a:t>베이컨</a:t>
            </a:r>
            <a:r>
              <a:rPr lang="en-US" altLang="ko-KR" dirty="0"/>
              <a:t>, </a:t>
            </a:r>
            <a:r>
              <a:rPr lang="ko-KR" altLang="en-US" dirty="0"/>
              <a:t>청량고추</a:t>
            </a:r>
            <a:r>
              <a:rPr lang="en-US" altLang="ko-KR" dirty="0"/>
              <a:t>, </a:t>
            </a:r>
            <a:r>
              <a:rPr lang="ko-KR" altLang="en-US" dirty="0"/>
              <a:t>계란</a:t>
            </a:r>
            <a:r>
              <a:rPr lang="en-US" altLang="ko-KR" dirty="0"/>
              <a:t>, </a:t>
            </a:r>
            <a:r>
              <a:rPr lang="ko-KR" altLang="en-US" dirty="0" err="1"/>
              <a:t>다진마늘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# </a:t>
            </a:r>
            <a:r>
              <a:rPr lang="ko-KR" altLang="en-US" dirty="0" err="1" smtClean="0"/>
              <a:t>레시피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 smtClean="0"/>
              <a:t>식용유 두르고 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다진마늘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양파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당근 순으로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숨죽을때까지</a:t>
            </a:r>
            <a:r>
              <a:rPr lang="ko-KR" altLang="en-US" dirty="0" smtClean="0"/>
              <a:t> 볶기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 err="1" smtClean="0"/>
              <a:t>채쓴</a:t>
            </a:r>
            <a:r>
              <a:rPr lang="ko-KR" altLang="en-US" dirty="0" smtClean="0"/>
              <a:t> 양배추와 맛소금 </a:t>
            </a:r>
            <a:r>
              <a:rPr lang="en-US" altLang="ko-KR" dirty="0" smtClean="0"/>
              <a:t>2</a:t>
            </a:r>
            <a:r>
              <a:rPr lang="ko-KR" altLang="en-US" dirty="0" err="1" smtClean="0"/>
              <a:t>꼬집과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굴소스</a:t>
            </a:r>
            <a:r>
              <a:rPr lang="en-US" altLang="ko-KR" dirty="0" smtClean="0"/>
              <a:t>1</a:t>
            </a:r>
            <a:r>
              <a:rPr lang="ko-KR" altLang="en-US" dirty="0" smtClean="0"/>
              <a:t>스푼 </a:t>
            </a:r>
            <a:r>
              <a:rPr lang="ko-KR" altLang="en-US" dirty="0" err="1" smtClean="0"/>
              <a:t>중불로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숨죽을때까지</a:t>
            </a:r>
            <a:r>
              <a:rPr lang="ko-KR" altLang="en-US" dirty="0" smtClean="0"/>
              <a:t>  볶기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 smtClean="0"/>
              <a:t>청량고추와 햄을 넣고 </a:t>
            </a:r>
            <a:r>
              <a:rPr lang="ko-KR" altLang="en-US" dirty="0" err="1" smtClean="0"/>
              <a:t>중불로</a:t>
            </a:r>
            <a:r>
              <a:rPr lang="ko-KR" altLang="en-US" dirty="0" smtClean="0"/>
              <a:t> 볶다가 도넛 모양으로 만들기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 smtClean="0"/>
              <a:t>도넛모양의 원안에 </a:t>
            </a:r>
            <a:r>
              <a:rPr lang="ko-KR" altLang="en-US" dirty="0" err="1" smtClean="0"/>
              <a:t>계란을을</a:t>
            </a:r>
            <a:r>
              <a:rPr lang="ko-KR" altLang="en-US" dirty="0" smtClean="0"/>
              <a:t> 넣고 후추가루와 맛소금을 넣고 </a:t>
            </a:r>
            <a:r>
              <a:rPr lang="ko-KR" altLang="en-US" dirty="0" err="1" smtClean="0"/>
              <a:t>약불로</a:t>
            </a:r>
            <a:r>
              <a:rPr lang="ko-KR" altLang="en-US" dirty="0" smtClean="0"/>
              <a:t> 뚜껑 닫기 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 smtClean="0"/>
              <a:t>그냥 먹어도 맛있고 식빵이랑 먹어도 맛있다</a:t>
            </a:r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양배추 부침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60838" y="5867400"/>
            <a:ext cx="4411362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TIP. </a:t>
            </a:r>
            <a:r>
              <a:rPr lang="ko-KR" altLang="en-US" dirty="0" err="1" smtClean="0"/>
              <a:t>채쓸기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양배추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당근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양파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햄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57" y="4007517"/>
            <a:ext cx="4799850" cy="269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6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초간단 계란덮밥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144000" cy="41549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# </a:t>
            </a:r>
            <a:r>
              <a:rPr lang="ko-KR" altLang="en-US" dirty="0" smtClean="0"/>
              <a:t>계란덮밥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조리순서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smtClean="0"/>
              <a:t>기름</a:t>
            </a:r>
            <a:r>
              <a:rPr lang="en-US" altLang="ko-KR" dirty="0" smtClean="0"/>
              <a:t>3</a:t>
            </a:r>
            <a:r>
              <a:rPr lang="ko-KR" altLang="en-US" dirty="0" smtClean="0"/>
              <a:t>스푼 후라이팬에 가열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smtClean="0"/>
              <a:t>계란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소금</a:t>
            </a:r>
            <a:r>
              <a:rPr lang="en-US" altLang="ko-KR" dirty="0" smtClean="0"/>
              <a:t>1</a:t>
            </a:r>
            <a:r>
              <a:rPr lang="ko-KR" altLang="en-US" dirty="0" smtClean="0"/>
              <a:t>꼬집</a:t>
            </a:r>
            <a:r>
              <a:rPr lang="en-US" altLang="ko-KR" dirty="0" smtClean="0"/>
              <a:t>,  </a:t>
            </a:r>
            <a:r>
              <a:rPr lang="ko-KR" altLang="en-US" dirty="0" smtClean="0"/>
              <a:t>파 잘게 썰어서 섞기  </a:t>
            </a:r>
            <a:r>
              <a:rPr lang="en-US" altLang="ko-KR" dirty="0"/>
              <a:t> </a:t>
            </a:r>
            <a:r>
              <a:rPr lang="en-US" altLang="ko-KR" dirty="0" smtClean="0"/>
              <a:t> cf. </a:t>
            </a:r>
            <a:r>
              <a:rPr lang="ko-KR" altLang="en-US" dirty="0" smtClean="0"/>
              <a:t>새우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팽이버섯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smtClean="0"/>
              <a:t>부쳐주고 데운 밥 위에 올린다</a:t>
            </a:r>
            <a:r>
              <a:rPr lang="en-US" altLang="ko-KR" dirty="0" smtClean="0"/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&lt;</a:t>
            </a:r>
            <a:r>
              <a:rPr lang="ko-KR" altLang="en-US" dirty="0" smtClean="0"/>
              <a:t>소스</a:t>
            </a:r>
            <a:r>
              <a:rPr lang="en-US" altLang="ko-KR" dirty="0" smtClean="0"/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물</a:t>
            </a:r>
            <a:r>
              <a:rPr lang="en-US" altLang="ko-KR" dirty="0" smtClean="0"/>
              <a:t>250ml, </a:t>
            </a:r>
            <a:r>
              <a:rPr lang="ko-KR" altLang="en-US" dirty="0" smtClean="0"/>
              <a:t>완두콩</a:t>
            </a:r>
            <a:r>
              <a:rPr lang="en-US" altLang="ko-KR" dirty="0" smtClean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미림</a:t>
            </a:r>
            <a:r>
              <a:rPr lang="en-US" altLang="ko-KR" dirty="0" smtClean="0"/>
              <a:t>2</a:t>
            </a:r>
            <a:r>
              <a:rPr lang="ko-KR" altLang="en-US" dirty="0" smtClean="0"/>
              <a:t>스푼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굴소스</a:t>
            </a:r>
            <a:r>
              <a:rPr lang="en-US" altLang="ko-KR" dirty="0" smtClean="0"/>
              <a:t>1</a:t>
            </a:r>
            <a:r>
              <a:rPr lang="ko-KR" altLang="en-US" dirty="0" smtClean="0"/>
              <a:t>스푼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간장</a:t>
            </a:r>
            <a:r>
              <a:rPr lang="en-US" altLang="ko-KR" dirty="0" smtClean="0"/>
              <a:t>1</a:t>
            </a:r>
            <a:r>
              <a:rPr lang="ko-KR" altLang="en-US" dirty="0" smtClean="0"/>
              <a:t>스푼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설탕</a:t>
            </a:r>
            <a:r>
              <a:rPr lang="en-US" altLang="ko-KR" dirty="0" smtClean="0"/>
              <a:t>1/2</a:t>
            </a:r>
            <a:r>
              <a:rPr lang="ko-KR" altLang="en-US" dirty="0" smtClean="0"/>
              <a:t>스푼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감자전분</a:t>
            </a:r>
            <a:r>
              <a:rPr lang="en-US" altLang="ko-KR" dirty="0" smtClean="0"/>
              <a:t>1</a:t>
            </a:r>
            <a:r>
              <a:rPr lang="ko-KR" altLang="en-US" dirty="0" smtClean="0"/>
              <a:t>스푼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물</a:t>
            </a:r>
            <a:r>
              <a:rPr lang="en-US" altLang="ko-KR" dirty="0" smtClean="0"/>
              <a:t>2</a:t>
            </a:r>
            <a:r>
              <a:rPr lang="ko-KR" altLang="en-US" dirty="0" smtClean="0"/>
              <a:t>스푼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-360984" y="0"/>
            <a:ext cx="437184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3122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물비빔국수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976" y="3659832"/>
            <a:ext cx="4825624" cy="281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9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110930</TotalTime>
  <Words>866</Words>
  <Application>Microsoft Office PowerPoint</Application>
  <PresentationFormat>와이드스크린</PresentationFormat>
  <Paragraphs>168</Paragraphs>
  <Slides>15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Calibri</vt:lpstr>
      <vt:lpstr>Snap ITC</vt:lpstr>
      <vt:lpstr>Office Theme</vt:lpstr>
      <vt:lpstr>S秀NIPER Cooking Recipe</vt:lpstr>
      <vt:lpstr>Simple Cooking https://www.youtube.com/watch?v=Vg-MMI5E3M8</vt:lpstr>
      <vt:lpstr>물비빔국수</vt:lpstr>
      <vt:lpstr>깨비빔국수</vt:lpstr>
      <vt:lpstr>마요비빔라면</vt:lpstr>
      <vt:lpstr>알배추라면</vt:lpstr>
      <vt:lpstr>빨간 잡채</vt:lpstr>
      <vt:lpstr>초간단 잡채 &amp; 잡채밥</vt:lpstr>
      <vt:lpstr>불고기 당면</vt:lpstr>
      <vt:lpstr>두부 당면볶이</vt:lpstr>
      <vt:lpstr>순대 없는 순대볶음</vt:lpstr>
      <vt:lpstr>빨간 불고기전골</vt:lpstr>
      <vt:lpstr>삼겹살 고추장 크림파스타</vt:lpstr>
      <vt:lpstr>양배추 계란 부침</vt:lpstr>
      <vt:lpstr>초간단 계란덮밥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yskim</dc:creator>
  <cp:lastModifiedBy>Microsoft 계정</cp:lastModifiedBy>
  <cp:revision>446</cp:revision>
  <dcterms:created xsi:type="dcterms:W3CDTF">2022-08-21T01:32:41Z</dcterms:created>
  <dcterms:modified xsi:type="dcterms:W3CDTF">2026-05-05T04:57:45Z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2022-08-21T00:00:00Z</vt:filetime>
  </property>
</Properties>
</file>